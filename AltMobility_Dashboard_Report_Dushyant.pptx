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259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369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781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659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6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55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908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68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308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835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3025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532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6951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7123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5780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59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8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AltMobility – Data Analyst Assignment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Submitted by: Dushyant</a:t>
            </a:r>
          </a:p>
          <a:p>
            <a:r>
              <a:rPr dirty="0"/>
              <a:t>Date: </a:t>
            </a:r>
            <a:r>
              <a:rPr lang="en-IN"/>
              <a:t>30-04-2025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Analyze customer orders and payments</a:t>
            </a:r>
          </a:p>
          <a:p>
            <a:r>
              <a:t>- Identify revenue trends and top contributors</a:t>
            </a:r>
          </a:p>
          <a:p>
            <a:r>
              <a:t>- Investigate failed payments</a:t>
            </a:r>
          </a:p>
          <a:p>
            <a:r>
              <a:t>- Provide actionable insights for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Revenue Trend Over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Revenue increased month over month with a peak in </a:t>
            </a:r>
            <a:r>
              <a:rPr lang="en-IN" dirty="0"/>
              <a:t>October 2020</a:t>
            </a:r>
            <a:r>
              <a:rPr dirty="0"/>
              <a:t>.</a:t>
            </a:r>
          </a:p>
          <a:p>
            <a:r>
              <a:rPr dirty="0"/>
              <a:t>- A slight dip in </a:t>
            </a:r>
            <a:r>
              <a:rPr lang="en-IN" dirty="0"/>
              <a:t>May 2021 </a:t>
            </a:r>
            <a:r>
              <a:rPr dirty="0"/>
              <a:t>could be due to seasonal changes or operational delays.</a:t>
            </a:r>
          </a:p>
          <a:p>
            <a:r>
              <a:rPr dirty="0"/>
              <a:t>- Monthly orders follow a similar trend to revenue.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Customers by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Top 5 customers contributed to nearly </a:t>
            </a:r>
            <a:r>
              <a:rPr lang="en-IN" dirty="0"/>
              <a:t>13.8</a:t>
            </a:r>
            <a:r>
              <a:rPr dirty="0"/>
              <a:t>% of total revenue.</a:t>
            </a:r>
          </a:p>
          <a:p>
            <a:r>
              <a:rPr dirty="0"/>
              <a:t>- Customer </a:t>
            </a:r>
            <a:r>
              <a:rPr lang="en-IN" dirty="0"/>
              <a:t>7950</a:t>
            </a:r>
            <a:r>
              <a:rPr dirty="0"/>
              <a:t> is the top spender with ₹</a:t>
            </a:r>
            <a:r>
              <a:rPr lang="en-IN" dirty="0"/>
              <a:t>2060.8</a:t>
            </a:r>
            <a:r>
              <a:rPr dirty="0"/>
              <a:t> in total payments.</a:t>
            </a:r>
          </a:p>
          <a:p>
            <a:r>
              <a:rPr dirty="0"/>
              <a:t>- Opportunities exist to convert medium-tier customers into top-tier via loyalty offers.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Failed Payments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Failure rate stands at </a:t>
            </a:r>
            <a:r>
              <a:rPr lang="en-IN" dirty="0"/>
              <a:t>58.19</a:t>
            </a:r>
            <a:r>
              <a:rPr dirty="0"/>
              <a:t>% of total orders.</a:t>
            </a:r>
          </a:p>
          <a:p>
            <a:r>
              <a:rPr dirty="0"/>
              <a:t>- Wallet and UPI methods show the highest failure rates.</a:t>
            </a:r>
          </a:p>
          <a:p>
            <a:r>
              <a:rPr dirty="0"/>
              <a:t>- Recommendation: Add real-time error handling and fallback payment options.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Improve reliability of wallet-based payment systems.</a:t>
            </a:r>
          </a:p>
          <a:p>
            <a:r>
              <a:rPr dirty="0"/>
              <a:t>- Target top 20% of customers for personalized offers.</a:t>
            </a:r>
          </a:p>
          <a:p>
            <a:r>
              <a:rPr dirty="0"/>
              <a:t>- Monitor and resolve</a:t>
            </a:r>
            <a:r>
              <a:rPr lang="en-IN" dirty="0"/>
              <a:t> May</a:t>
            </a:r>
            <a:r>
              <a:rPr dirty="0"/>
              <a:t>'s revenue drop.</a:t>
            </a:r>
          </a:p>
          <a:p>
            <a:r>
              <a:rPr dirty="0"/>
              <a:t>- Automate alerts for failed payments and unpaid orders.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</TotalTime>
  <Words>200</Words>
  <Application>Microsoft Office PowerPoint</Application>
  <PresentationFormat>On-screen Show (4:3)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AltMobility – Data Analyst Assignment</vt:lpstr>
      <vt:lpstr>Objective</vt:lpstr>
      <vt:lpstr>Revenue Trend Over Time</vt:lpstr>
      <vt:lpstr>Top Customers by Revenue</vt:lpstr>
      <vt:lpstr>Failed Payments Overview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Anil Kumar</cp:lastModifiedBy>
  <cp:revision>2</cp:revision>
  <dcterms:created xsi:type="dcterms:W3CDTF">2013-01-27T09:14:16Z</dcterms:created>
  <dcterms:modified xsi:type="dcterms:W3CDTF">2025-04-30T07:01:30Z</dcterms:modified>
  <cp:category/>
</cp:coreProperties>
</file>